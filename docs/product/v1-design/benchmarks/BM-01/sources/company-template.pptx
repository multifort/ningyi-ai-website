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ce43678a214d2d" /><Relationship Type="http://schemas.openxmlformats.org/officeDocument/2006/relationships/extended-properties" Target="/docProps/app.xml" Id="Raea8a6500e5d4e5c" /><Relationship Type="http://schemas.openxmlformats.org/officeDocument/2006/relationships/officeDocument" Target="/ppt/presentation.xml" Id="Rc99616a80474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bc91b9e1a4969"/>
  </p:sldMasterIdLst>
  <p:notesMasterIdLst>
    <p:notesMasterId xmlns:r="http://schemas.openxmlformats.org/officeDocument/2006/relationships" r:id="Rb59a7e2af94841cf"/>
  </p:notesMasterIdLst>
  <p:sldIdLst>
    <p:sldId xmlns:r="http://schemas.openxmlformats.org/officeDocument/2006/relationships" id="256" r:id="Ra3ac8e68f20645c5"/>
    <p:sldId xmlns:r="http://schemas.openxmlformats.org/officeDocument/2006/relationships" id="257" r:id="R83bfa0ebc83c48ff"/>
    <p:sldId xmlns:r="http://schemas.openxmlformats.org/officeDocument/2006/relationships" id="258" r:id="R65cebbce28314d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6a909785d4aa8" /><Relationship Type="http://schemas.openxmlformats.org/officeDocument/2006/relationships/slideMaster" Target="/ppt/slideMasters/slideMaster1.xml" Id="R996bc91b9e1a4969" /><Relationship Type="http://schemas.openxmlformats.org/officeDocument/2006/relationships/notesMaster" Target="/ppt/notesMasters/notesMaster1.xml" Id="Rb59a7e2af94841cf" /><Relationship Type="http://schemas.openxmlformats.org/officeDocument/2006/relationships/presProps" Target="/ppt/presProps.xml" Id="Rf8f1de9f8a2e4187" /><Relationship Type="http://schemas.openxmlformats.org/officeDocument/2006/relationships/tableStyles" Target="/ppt/tableStyles.xml" Id="R362783d092f747e0" /><Relationship Type="http://schemas.openxmlformats.org/officeDocument/2006/relationships/slide" Target="/ppt/slides/slide1.xml" Id="Ra3ac8e68f20645c5" /><Relationship Type="http://schemas.openxmlformats.org/officeDocument/2006/relationships/slide" Target="/ppt/slides/slide2.xml" Id="R83bfa0ebc83c48ff" /><Relationship Type="http://schemas.openxmlformats.org/officeDocument/2006/relationships/slide" Target="/ppt/slides/slide3.xml" Id="R65cebbce2831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ea3698dcb04a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cec4e1866454d" /><Relationship Type="http://schemas.openxmlformats.org/officeDocument/2006/relationships/notesMaster" Target="/ppt/notesMasters/notesMaster1.xml" Id="Re13d915e1e04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5cc13552124612" /><Relationship Type="http://schemas.openxmlformats.org/officeDocument/2006/relationships/notesMaster" Target="/ppt/notesMasters/notesMaster1.xml" Id="R4659e7ace91a4a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eef1dba2a44fe8" /><Relationship Type="http://schemas.openxmlformats.org/officeDocument/2006/relationships/notesMaster" Target="/ppt/notesMasters/notesMaster1.xml" Id="R42b259e0fbb0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e20e5a45845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5625a23764b1d" /><Relationship Type="http://schemas.openxmlformats.org/officeDocument/2006/relationships/slideLayout" Target="/ppt/slideLayouts/slideLayout1.xml" Id="Rd81877cc5ad7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1877cc5ad7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8e5ef117946f3" /><Relationship Type="http://schemas.openxmlformats.org/officeDocument/2006/relationships/notesSlide" Target="/ppt/notesSlides/notesSlide1.xml" Id="R17301348b95648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246d1319f4d1f" /><Relationship Type="http://schemas.openxmlformats.org/officeDocument/2006/relationships/notesSlide" Target="/ppt/notesSlides/notesSlide2.xml" Id="Reb94c0778abc4a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e83cb103b4b72" /><Relationship Type="http://schemas.openxmlformats.org/officeDocument/2006/relationships/image" Target="/ppt/media/image.png" Id="R3542dfdccb334f55" /><Relationship Type="http://schemas.openxmlformats.org/officeDocument/2006/relationships/notesSlide" Target="/ppt/notesSlides/notesSlide3.xml" Id="R34423b37ea694b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mplate-label">
            <a:extLst xmlns:a="http://schemas.openxmlformats.org/drawingml/2006/main">
              <a:ext uri="{FF2B5EF4-FFF2-40B4-BE49-F238E27FC236}">
                <a16:creationId xmlns:a16="http://schemas.microsoft.com/office/drawing/2014/main" id="{26426C81-9C43-4C73-B0C3-F8809B58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宁一企业方案模板 · 基准样本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C6208DA8-E111-4B77-95C7-39065CE3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895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客户管理平台</a:t>
            </a:r>
          </a:p>
          <a:p xmlns:a="http://schemas.openxmlformats.org/drawingml/2006/main">
            <a:pPr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项目建议书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E1F055E-9A6C-42D7-B5C8-81810741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6505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6505A"/>
                </a:solidFill>
                <a:latin typeface="Arial"/>
                <a:ea typeface="Arial"/>
                <a:cs typeface="Arial"/>
              </a:rPr>
              <a:t>用于验证企业模板识别、内容替换与多格式交付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A7BBA9-568E-45F7-9CD7-A4FA2BD5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5129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937D5A-345F-49A8-9C84-96DA6422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一期范围明确，财务总账不在本次交付内</a:t>
            </a:r>
          </a:p>
        </p:txBody>
      </p:sp>
      <p:sp>
        <p:nvSpPr>
          <p:cNvPr id="2" name="scope-summary">
            <a:extLst xmlns:a="http://schemas.openxmlformats.org/drawingml/2006/main">
              <a:ext uri="{FF2B5EF4-FFF2-40B4-BE49-F238E27FC236}">
                <a16:creationId xmlns:a16="http://schemas.microsoft.com/office/drawing/2014/main" id="{1D89D61C-E76E-4A38-816D-72EDFE82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6505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6505A"/>
                </a:solidFill>
                <a:latin typeface="Arial"/>
                <a:ea typeface="Arial"/>
                <a:cs typeface="Arial"/>
              </a:rPr>
              <a:t>当前阶段聚焦客户、联系人、商机与跟进记录，保留后续集成扩展能力。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2238375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90750"/>
                <a:gridCol w="6819900"/>
              </a:tblGrid>
              <a:tr h="785813">
                <a:tc>
                  <a:txBody>
                    <a:bodyPr/>
                    <a:lstStyle/>
                    <a:p>
                      <a:r>
                        <a:t>领域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一期处理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客户与联系人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纳入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统一客户主数据与联系人关系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商机与跟进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纳入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覆盖销售过程与权限约束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财务总账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排除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不属于一期交付范围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conflict-note">
            <a:extLst xmlns:a="http://schemas.openxmlformats.org/drawingml/2006/main">
              <a:ext uri="{FF2B5EF4-FFF2-40B4-BE49-F238E27FC236}">
                <a16:creationId xmlns:a16="http://schemas.microsoft.com/office/drawing/2014/main" id="{DD638373-1659-45D2-B9C3-1146B57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044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04444"/>
                </a:solidFill>
                <a:latin typeface="Arial"/>
                <a:ea typeface="Arial"/>
                <a:cs typeface="Arial"/>
              </a:rPr>
              <a:t>待确认：销售代表是否可以直接关闭本人负责的商机。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18A09B-16C9-4FE6-8818-35665C5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8190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88D180-5B29-4236-9CC4-25F93EF9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品牌图像作为模板资产保留</a:t>
            </a:r>
          </a:p>
        </p:txBody>
      </p:sp>
      <p:sp>
        <p:nvSpPr>
          <p:cNvPr id="2" name="brand-guidance">
            <a:extLst xmlns:a="http://schemas.openxmlformats.org/drawingml/2006/main">
              <a:ext uri="{FF2B5EF4-FFF2-40B4-BE49-F238E27FC236}">
                <a16:creationId xmlns:a16="http://schemas.microsoft.com/office/drawing/2014/main" id="{59E5EBB2-0978-47AC-A03C-C6723B78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3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0262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0262C"/>
                </a:solidFill>
                <a:latin typeface="Arial"/>
                <a:ea typeface="Arial"/>
                <a:cs typeface="Arial"/>
              </a:rPr>
              <a:t>右侧图片用于验证版式媒体槽位。正式生成时可替换内容图片，但应保留模板比例、位置与裁切规则。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2dfdccb334f55"/>
          <a:srcRect xmlns:a="http://schemas.openxmlformats.org/drawingml/2006/main" l="22147" t="0" r="2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/>
          </a:prstGeom>
        </p:spPr>
      </p:pic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1AA126-28C4-4B7B-90F6-188844C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7637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2026-08-21T03:06:13.9720000Z</dcterms:created>
  <dcterms:modified xsi:type="dcterms:W3CDTF">2026-08-21T03:06:13.9730000Z</dcterms:modified>
</coreProperties>
</file>