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企业方案标题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客户名称  项目名称  版本日期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D98"/>
                </a:solidFill>
                <a:latin typeface="Noto Sans CJK SC"/>
                <a:ea typeface="Noto Sans CJK SC"/>
                <a:cs typeface="Noto Sans CJK SC"/>
              </a:rPr>
              <a:t>明澜科技  2026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章节标题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这里是模板示例正文，不属于任何项目事实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TEMPLATE-ONLY 999999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正式成果不得复制本页示例文字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关键数字版式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999999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模板占位金额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模板占位比例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模板占位周期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TEMPLATE-ONLY  本页数字不得进入正式成果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7365D"/>
      </a:accent1>
      <a:accent2>
        <a:srgbClr val="1F7A8C"/>
      </a:accent2>
      <a:accent3>
        <a:srgbClr val="EAF3F7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2026-09-29T00:00:00Z</dcterms:created>
  <dcterms:modified xsi:type="dcterms:W3CDTF">2026-09-29T00:00:00Z</dcterms:modified>
</coreProperties>
</file>