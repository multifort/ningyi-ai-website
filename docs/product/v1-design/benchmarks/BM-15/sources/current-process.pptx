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  <p:sldId xmlns:r="http://schemas.openxmlformats.org/officeDocument/2006/relationships" id="260" r:id="rId10"/>
    <p:sldId xmlns:r="http://schemas.openxmlformats.org/officeDocument/2006/relationships" id="261" r:id="rId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1" /><Relationship Type="http://schemas.openxmlformats.org/officeDocument/2006/relationships/notesMaster" Target="/ppt/notesMasters/notesMaster1.xml" Id="rI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4.xml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5.xml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6.xml" Id="rI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项目交付协同平台现状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版本分散、数据不一致和模板污染需要统一治理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D9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627D98"/>
                </a:solidFill>
                <a:latin typeface="Noto Sans CJK SC"/>
                <a:ea typeface="Noto Sans CJK SC"/>
                <a:cs typeface="Noto Sans CJK SC"/>
              </a:rPr>
              <a:t>明澜科技  2026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当前协作问题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需求在 Word 和会议纪要中重复维护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工作量和报价表使用不同版本的角色单价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历史演示材料仍写 AWS S3，与私有 MinIO 目标冲突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053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客户交付包曾混入内部成本列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目标业务链路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19050">
            <a:solidFill>
              <a:srgbClr val="17365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003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9050">
            <a:solidFill>
              <a:srgbClr val="17365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统一知识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19050">
            <a:solidFill>
              <a:srgbClr val="17365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003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19050">
            <a:solidFill>
              <a:srgbClr val="17365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七类成果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809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19050">
            <a:solidFill>
              <a:srgbClr val="17365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成果包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工作量与报价基线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324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基准人天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12%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风险储备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616,869.12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486581"/>
                </a:solidFill>
                <a:latin typeface="Noto Sans CJK SC"/>
                <a:ea typeface="Noto Sans CJK SC"/>
                <a:cs typeface="Noto Sans CJK SC"/>
              </a:rPr>
              <a:t>含税总额（元）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625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角色未税小计 519,600 元，含风险未税金额 581,952 元，税率 6%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首期范围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统一材料解析和来源追溯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同一项目模型生成七类成果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模板只提供颜色、字体和页面尺寸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053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私有 PostgreSQL 与私有 MinIO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365D"/>
                </a:solidFill>
                <a:latin typeface="Noto Sans CJK SC"/>
                <a:ea typeface="Noto Sans CJK SC"/>
                <a:cs typeface="Noto Sans CJK SC"/>
              </a:rPr>
              <a:t>明确排除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不建设通用 CRM 或财务核算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不复制模板示例正文、宏或外部链接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不使用 AWS S3 或公共 Bucket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1F7A8C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0000-0000-4000-8000-00000000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053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43B53"/>
                </a:solidFill>
                <a:latin typeface="Noto Sans CJK SC"/>
                <a:ea typeface="Noto Sans CJK SC"/>
                <a:cs typeface="Noto Sans CJK SC"/>
              </a:rPr>
              <a:t>不提供人工代写交付</a:t>
            </a:r>
          </a:p>
        </p:txBody>
      </p:sp>
    </p:spTree>
    <p:extLst>
      <p:ext uri="{BB962C8B-B14F-4D97-AF65-F5344CB8AC3E}">
        <p14:creationId xmlns:p14="http://schemas.microsoft.com/office/powerpoint/2010/main" val="100000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7365D"/>
      </a:accent1>
      <a:accent2>
        <a:srgbClr val="1F7A8C"/>
      </a:accent2>
      <a:accent3>
        <a:srgbClr val="EAF3F7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2026-09-29T00:00:00Z</dcterms:created>
  <dcterms:modified xsi:type="dcterms:W3CDTF">2026-09-29T00:00:00Z</dcterms:modified>
</coreProperties>
</file>